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7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808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Chatbots: Revolucionando la Interacción Digital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325" y="492919"/>
            <a:ext cx="11339632" cy="112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Introducción: ¿Qué son los Chatbots y por qué son relevantes hoy?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645325" y="2043708"/>
            <a:ext cx="5451038" cy="1720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chatbots son programas de software diseñados para simular conversaciones humanas a través de interfaces de texto o voz. Su relevancia radica en la capacidad de automatizar interacciones, ofrecer atención 24/7 y mejorar la experiencia del usuario, transformando la forma en que las empresas se comunican con sus clientes.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45325" y="3925967"/>
            <a:ext cx="5451038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Automatización de consultas frecuentes.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325" y="4275534"/>
            <a:ext cx="5451038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Disponibilidad constante.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325" y="4625102"/>
            <a:ext cx="5451038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Reducción de costos operativos.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325" y="5072640"/>
            <a:ext cx="5451038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Personalización a escala.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419" y="2084070"/>
            <a:ext cx="5451038" cy="54510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7569" y="505897"/>
            <a:ext cx="10062805" cy="57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Historia y Evolución: De Eliza a la IA Conversacional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507569" y="1446967"/>
            <a:ext cx="11615142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camino de los chatbots es una fascinante travesía desde los primeros programas de procesamiento de lenguaje natural hasta las complejas inteligencias artificiales conversacionales de hoy.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03651" y="2240994"/>
            <a:ext cx="22860" cy="5482709"/>
          </a:xfrm>
          <a:prstGeom prst="roundRect">
            <a:avLst>
              <a:gd name="adj" fmla="val 337394"/>
            </a:avLst>
          </a:prstGeom>
          <a:solidFill>
            <a:srgbClr val="D1C8C6"/>
          </a:solidFill>
          <a:ln/>
        </p:spPr>
      </p:sp>
      <p:sp>
        <p:nvSpPr>
          <p:cNvPr id="5" name="Shape 3"/>
          <p:cNvSpPr/>
          <p:nvPr/>
        </p:nvSpPr>
        <p:spPr>
          <a:xfrm>
            <a:off x="6580465" y="2436138"/>
            <a:ext cx="550902" cy="22860"/>
          </a:xfrm>
          <a:prstGeom prst="roundRect">
            <a:avLst>
              <a:gd name="adj" fmla="val 337394"/>
            </a:avLst>
          </a:prstGeom>
          <a:solidFill>
            <a:srgbClr val="D1C8C6"/>
          </a:solidFill>
          <a:ln/>
        </p:spPr>
      </p:sp>
      <p:sp>
        <p:nvSpPr>
          <p:cNvPr id="6" name="Shape 4"/>
          <p:cNvSpPr/>
          <p:nvPr/>
        </p:nvSpPr>
        <p:spPr>
          <a:xfrm>
            <a:off x="7108508" y="2240994"/>
            <a:ext cx="413147" cy="413147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7385" y="2275463"/>
            <a:ext cx="27539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4101584" y="2304098"/>
            <a:ext cx="229540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1966: ELIZA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7569" y="2701171"/>
            <a:ext cx="4889421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primer programa conversacional, capaz de simular una terapeuta rogeriana.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794" y="3537823"/>
            <a:ext cx="550902" cy="22860"/>
          </a:xfrm>
          <a:prstGeom prst="roundRect">
            <a:avLst>
              <a:gd name="adj" fmla="val 337394"/>
            </a:avLst>
          </a:prstGeom>
          <a:solidFill>
            <a:srgbClr val="D1C8C6"/>
          </a:solidFill>
          <a:ln/>
        </p:spPr>
      </p:sp>
      <p:sp>
        <p:nvSpPr>
          <p:cNvPr id="11" name="Shape 9"/>
          <p:cNvSpPr/>
          <p:nvPr/>
        </p:nvSpPr>
        <p:spPr>
          <a:xfrm>
            <a:off x="7108508" y="3342680"/>
            <a:ext cx="413147" cy="413147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7385" y="3377148"/>
            <a:ext cx="27539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8233172" y="3405783"/>
            <a:ext cx="229540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1990s: AIML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33172" y="3802856"/>
            <a:ext cx="4889540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Desarrollo de lenguajes para la creación de bots más estructurados.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0465" y="4487466"/>
            <a:ext cx="550902" cy="22860"/>
          </a:xfrm>
          <a:prstGeom prst="roundRect">
            <a:avLst>
              <a:gd name="adj" fmla="val 337394"/>
            </a:avLst>
          </a:prstGeom>
          <a:solidFill>
            <a:srgbClr val="D1C8C6"/>
          </a:solidFill>
          <a:ln/>
        </p:spPr>
      </p:sp>
      <p:sp>
        <p:nvSpPr>
          <p:cNvPr id="16" name="Shape 14"/>
          <p:cNvSpPr/>
          <p:nvPr/>
        </p:nvSpPr>
        <p:spPr>
          <a:xfrm>
            <a:off x="7108508" y="4292322"/>
            <a:ext cx="413147" cy="413147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7385" y="4326791"/>
            <a:ext cx="27539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3822025" y="4355425"/>
            <a:ext cx="257496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2000s: Bots en Mensajería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7569" y="4752499"/>
            <a:ext cx="4889421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Integración en plataformas como MSN Messenger y IRC.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794" y="5437108"/>
            <a:ext cx="550902" cy="22860"/>
          </a:xfrm>
          <a:prstGeom prst="roundRect">
            <a:avLst>
              <a:gd name="adj" fmla="val 337394"/>
            </a:avLst>
          </a:prstGeom>
          <a:solidFill>
            <a:srgbClr val="D1C8C6"/>
          </a:solidFill>
          <a:ln/>
        </p:spPr>
      </p:sp>
      <p:sp>
        <p:nvSpPr>
          <p:cNvPr id="21" name="Shape 19"/>
          <p:cNvSpPr/>
          <p:nvPr/>
        </p:nvSpPr>
        <p:spPr>
          <a:xfrm>
            <a:off x="7108508" y="5241965"/>
            <a:ext cx="413147" cy="413147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7385" y="5276433"/>
            <a:ext cx="27539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8233172" y="5305068"/>
            <a:ext cx="2870478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2010s: IA y Machine Learning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33172" y="5702141"/>
            <a:ext cx="4889540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Grandes avances gracias al aprendizaje automático y el procesamiento de lenguaje natural.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0465" y="6386751"/>
            <a:ext cx="550902" cy="22860"/>
          </a:xfrm>
          <a:prstGeom prst="roundRect">
            <a:avLst>
              <a:gd name="adj" fmla="val 337394"/>
            </a:avLst>
          </a:prstGeom>
          <a:solidFill>
            <a:srgbClr val="D1C8C6"/>
          </a:solidFill>
          <a:ln/>
        </p:spPr>
      </p:sp>
      <p:sp>
        <p:nvSpPr>
          <p:cNvPr id="26" name="Shape 24"/>
          <p:cNvSpPr/>
          <p:nvPr/>
        </p:nvSpPr>
        <p:spPr>
          <a:xfrm>
            <a:off x="7108508" y="6191607"/>
            <a:ext cx="413147" cy="413147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7385" y="6226076"/>
            <a:ext cx="27539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</a:t>
            </a:r>
            <a:endParaRPr lang="en-US" sz="2150" dirty="0"/>
          </a:p>
        </p:txBody>
      </p:sp>
      <p:sp>
        <p:nvSpPr>
          <p:cNvPr id="28" name="Text 26"/>
          <p:cNvSpPr/>
          <p:nvPr/>
        </p:nvSpPr>
        <p:spPr>
          <a:xfrm>
            <a:off x="4101584" y="6254710"/>
            <a:ext cx="229540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Hoy: IA Conversacional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7569" y="6651784"/>
            <a:ext cx="4889421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Chatbots multicanal, predictivos y capaces de entender intenciones complejas.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9110" y="343972"/>
            <a:ext cx="7912060" cy="781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Tipos de Chatbots: Basados en reglas vs. Inteligencia Artificial (IA)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3359110" y="1375886"/>
            <a:ext cx="7912060" cy="40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clasificación principal de los chatbots se centra en su mecánica de funcionamiento, lo que determina su flexibilidad y capacidad de respuesta.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359110" y="2041803"/>
            <a:ext cx="218682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Chatbots Basados en Reglas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359110" y="2401372"/>
            <a:ext cx="3803452" cy="60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Funcionan mediante un conjunto predefinido de reglas y un árbol de decisiones. Son excelentes para tareas específicas y flujos de conversación estructurados.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59110" y="3114318"/>
            <a:ext cx="3803452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Respuestas predeterminadas.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59110" y="3358158"/>
            <a:ext cx="3803452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 para FAQs y procesos simples.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59110" y="3601998"/>
            <a:ext cx="3803452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aprenden de interacciones pasadas.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110" y="3942755"/>
            <a:ext cx="3803452" cy="38034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75220" y="2041803"/>
            <a:ext cx="303121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Chatbots de Inteligencia Artificial (IA)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475220" y="2401372"/>
            <a:ext cx="3803452" cy="60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Utilizan procesamiento de lenguaje natural (PLN) y aprendizaje automático (ML) para entender y responder de manera más flexible y contextual.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75220" y="3114318"/>
            <a:ext cx="3803452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Comprenden intenciones y contexto.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75220" y="3358158"/>
            <a:ext cx="3803452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Aprenden y mejoran con el tiempo.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75220" y="3601998"/>
            <a:ext cx="3803452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Capaces de conversaciones complejas y personalizadas.</a:t>
            </a:r>
            <a:endParaRPr lang="en-US" sz="9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0" y="3942755"/>
            <a:ext cx="3803452" cy="38034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3644" y="981670"/>
            <a:ext cx="7976711" cy="104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Clasificación por Propósito: Atención al Cliente, Ventas, Soporte Interno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83644" y="2273975"/>
            <a:ext cx="7976711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chatbots se adaptan a diversas necesidades empresariales, optimizando procesos y mejorando la eficiencia en múltiples áreas.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83644" y="2995136"/>
            <a:ext cx="3905012" cy="2176463"/>
          </a:xfrm>
          <a:prstGeom prst="roundRect">
            <a:avLst>
              <a:gd name="adj" fmla="val 3218"/>
            </a:avLst>
          </a:prstGeom>
          <a:solidFill>
            <a:srgbClr val="EBE2E0"/>
          </a:solidFill>
          <a:ln w="7620">
            <a:solidFill>
              <a:srgbClr val="835E5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7952" y="3169444"/>
            <a:ext cx="500182" cy="500182"/>
          </a:xfrm>
          <a:prstGeom prst="roundRect">
            <a:avLst>
              <a:gd name="adj" fmla="val 18279517"/>
            </a:avLst>
          </a:prstGeom>
          <a:solidFill>
            <a:srgbClr val="835E5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469" y="3306961"/>
            <a:ext cx="225028" cy="2250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7952" y="3836313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Atención al Cliente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57952" y="4196834"/>
            <a:ext cx="3556397" cy="800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Resuelven dudas, gestionan quejas y proporcionan información 24/7, liberando al personal humano.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55344" y="2995136"/>
            <a:ext cx="3905012" cy="2176463"/>
          </a:xfrm>
          <a:prstGeom prst="roundRect">
            <a:avLst>
              <a:gd name="adj" fmla="val 3218"/>
            </a:avLst>
          </a:prstGeom>
          <a:solidFill>
            <a:srgbClr val="EBE2E0"/>
          </a:solidFill>
          <a:ln w="7620">
            <a:solidFill>
              <a:srgbClr val="C9907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29651" y="3169444"/>
            <a:ext cx="500182" cy="500182"/>
          </a:xfrm>
          <a:prstGeom prst="roundRect">
            <a:avLst>
              <a:gd name="adj" fmla="val 18279517"/>
            </a:avLst>
          </a:prstGeom>
          <a:solidFill>
            <a:srgbClr val="C9907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7168" y="3306961"/>
            <a:ext cx="225028" cy="2250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29651" y="3836313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Ventas y Marketing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829651" y="4196834"/>
            <a:ext cx="3556397" cy="800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Guían a los usuarios a través del proceso de compra, ofrecen recomendaciones personalizadas y capturan leads.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83644" y="5338286"/>
            <a:ext cx="7976711" cy="1909643"/>
          </a:xfrm>
          <a:prstGeom prst="roundRect">
            <a:avLst>
              <a:gd name="adj" fmla="val 3668"/>
            </a:avLst>
          </a:prstGeom>
          <a:solidFill>
            <a:srgbClr val="EBE2E0"/>
          </a:solidFill>
          <a:ln w="7620">
            <a:solidFill>
              <a:srgbClr val="B3BDB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57952" y="5512594"/>
            <a:ext cx="500182" cy="500182"/>
          </a:xfrm>
          <a:prstGeom prst="roundRect">
            <a:avLst>
              <a:gd name="adj" fmla="val 18279517"/>
            </a:avLst>
          </a:prstGeom>
          <a:solidFill>
            <a:srgbClr val="B3BDB5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469" y="5650111"/>
            <a:ext cx="225028" cy="2250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7952" y="6179463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Soporte Interno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57952" y="6539984"/>
            <a:ext cx="7628096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Asisten a empleados con consultas de RRHH, TI y acceso a información corporativa, aumentando la productividad.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2654" y="446246"/>
            <a:ext cx="10265093" cy="1014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Herramientas de Desarrollo: Plataformas No-Code/Low-Code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2182654" y="1785223"/>
            <a:ext cx="10265093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Estas plataformas democratizan la creación de chatbots, permitiendo a usuarios sin conocimientos avanzados de programación construir soluciones potentes.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2182654" y="2632829"/>
            <a:ext cx="4934664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Dialogflow (Google)</a:t>
            </a: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Basado en IA, ideal para interfaces conversacionales complejas con reconocimiento de intenciones.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182654" y="3468291"/>
            <a:ext cx="4934664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ManyChat</a:t>
            </a: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Enfocado en marketing para Facebook Messenger, Instagram y WhatsApp, con flujos visuales.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82654" y="4044196"/>
            <a:ext cx="4934664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Chatfuel</a:t>
            </a: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Otra opción popular para Messenger y web, con énfasis en facilidad de uso para no programadores.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702" y="2669381"/>
            <a:ext cx="4934664" cy="4934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8449" y="633293"/>
            <a:ext cx="10684550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Herramientas de Desarrollo: Frameworks de Programación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878449" y="1514237"/>
            <a:ext cx="1087338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soluciones más personalizadas y escalables, los frameworks ofrecen un control total sobre la lógica y la integración del chatbot.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449" y="2175986"/>
            <a:ext cx="5226963" cy="52269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32370" y="2137291"/>
            <a:ext cx="5226963" cy="825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Rasa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Framework open-source para construir asistentes conversacionales con control total sobre PLN y gestión de diálogos.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532370" y="3022521"/>
            <a:ext cx="5226963" cy="825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Bot Framework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Permite construir, conectar, implementar y gestionar bots inteligentes que interactúan con los usuarios a través de varios canales.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532370" y="3907750"/>
            <a:ext cx="5226963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Botpress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Plataforma open-source con IA conversacional, fácil de extender y personalizar para necesidades específicas.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424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Casos de Éxito y Aplicaciones Reales en Diversas Industrias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754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chatbots han demostrado su valor en múltiples sectores, transformando la interacción y la eficiencia operativa.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203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Salud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810720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Citas médicas, recordatorios de medicación, información sobre síntomas y atención al paciente.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43203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Finanzas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25278" y="481072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Saldos de cuentas, transferencias, asesoramiento financiero y prevención de fraudes.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56884" y="43203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Comercio Electrónico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481072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Recomendaciones de productos, seguimiento de pedidos, soporte post-venta y ofertas personalizadas.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788491" y="43203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Turismo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8491" y="4810720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Reservas de vuelos y hoteles, información sobre destinos, cambios de itinerario y asistencia durante el viaje.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3250" y="385167"/>
            <a:ext cx="8343781" cy="824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Conclusiones: El Futuro de los Chatbots y Desafíos Éticos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143250" y="1473279"/>
            <a:ext cx="8343781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futuro de los chatbots es prometedor, con avances continuos en IA, pero también plantea importantes consideraciones éticas.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143250" y="1964412"/>
            <a:ext cx="1978700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El Futuro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3143250" y="2343507"/>
            <a:ext cx="4010978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Integración más profunda con IA multimodal (voz, imagen).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43250" y="2600563"/>
            <a:ext cx="4010978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Mayor personalización y capacidad predictiva.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43250" y="2857619"/>
            <a:ext cx="4010978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Asistentes proactivos que anticipan necesidades del usuario.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43250" y="3114675"/>
            <a:ext cx="4010978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Expansión a nuevos mercados y aplicaciones.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3474006"/>
            <a:ext cx="4010978" cy="401097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83554" y="1964412"/>
            <a:ext cx="1978700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Desafíos Éticos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483554" y="2343507"/>
            <a:ext cx="4010978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Privacidad y seguridad de datos sensibles.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83554" y="2600563"/>
            <a:ext cx="4010978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Transparencia sobre la naturaleza no humana de la interacción.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83554" y="3068598"/>
            <a:ext cx="4010978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Sesgos en los datos de entrenamiento de IA.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83554" y="3325654"/>
            <a:ext cx="4010978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en el empleo y la fuerza laboral.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554" y="3684984"/>
            <a:ext cx="4010978" cy="40109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563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Bibliografía y Recursos Adicionales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1408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Russell, S., &amp; Norvig, P. (2010). </a:t>
            </a:r>
            <a:r>
              <a:rPr lang="en-US" sz="175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Intelligence: A Modern Approach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91918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Jurafsky, D., &amp; Martin, J. H. (2009). </a:t>
            </a:r>
            <a:r>
              <a:rPr lang="en-US" sz="175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Speech and Language Processing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36137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Artículos y blogs de Gartner, Forrester y Deloitte sobre tendencias en IA conversacional.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16647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Documentación oficial de plataformas como Dialogflow, Rasa y Microsoft Bot Framework.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614743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profundizar, explore publicaciones académicas en procesamiento de lenguaje natural y conferencias sobre IA.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891</Words>
  <Application>Microsoft Office PowerPoint</Application>
  <PresentationFormat>Personalizado</PresentationFormat>
  <Paragraphs>92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Crimson Pro Bold</vt:lpstr>
      <vt:lpstr>Calibri</vt:lpstr>
      <vt:lpstr>Arial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JOSE AMBROSIO BALTAZAR</cp:lastModifiedBy>
  <cp:revision>2</cp:revision>
  <dcterms:created xsi:type="dcterms:W3CDTF">2026-01-10T21:26:20Z</dcterms:created>
  <dcterms:modified xsi:type="dcterms:W3CDTF">2026-01-11T21:17:03Z</dcterms:modified>
</cp:coreProperties>
</file>
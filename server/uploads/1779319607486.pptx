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en Recuperación de la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Algoritmo de aprendizaje no supervisado para agrupar datos en clusters.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permite descubrir patrones en datos sin etiquetas.</a:t>
            </a:r>
          </a:p>
          <a:p>
            <a:r>
              <a:t>Útil en grandes volúmenes de información.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K-means?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 datos en k grupos.</a:t>
            </a:r>
          </a:p>
          <a:p>
            <a:r>
              <a:t>Cada grupo tiene un centroide.</a:t>
            </a:r>
          </a:p>
          <a:p>
            <a:r>
              <a:t>Minimiza la distancia entre datos y centroides.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funciona?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Elegir k</a:t>
            </a:r>
          </a:p>
          <a:p>
            <a:r>
              <a:t>2. Inicializar centroides</a:t>
            </a:r>
          </a:p>
          <a:p>
            <a:r>
              <a:t>3. Asignar datos</a:t>
            </a:r>
          </a:p>
          <a:p>
            <a:r>
              <a:t>4. Recalcular centroides</a:t>
            </a:r>
          </a:p>
          <a:p>
            <a:r>
              <a:t>5. Repetir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y rápido</a:t>
            </a:r>
          </a:p>
          <a:p>
            <a:r>
              <a:t>Escalable</a:t>
            </a:r>
          </a:p>
          <a:p>
            <a:r>
              <a:t>Sensible a inicialización</a:t>
            </a:r>
          </a:p>
          <a:p>
            <a:r>
              <a:t>Depende de 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en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Agrupación de documentos</a:t>
            </a:r>
          </a:p>
          <a:p>
            <a:r>
              <a:t>Indexación</a:t>
            </a:r>
          </a:p>
          <a:p>
            <a:r>
              <a:t>Segmentación de usuarios</a:t>
            </a:r>
          </a:p>
          <a:p>
            <a:r>
              <a:t>Descubrimiento de 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Inercia (SSE)</a:t>
            </a:r>
          </a:p>
          <a:p>
            <a:r>
              <a:t>Distancia entre clusters</a:t>
            </a:r>
          </a:p>
          <a:p>
            <a:r>
              <a:t>Alta cohesión y separación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complejidad</a:t>
            </a:r>
          </a:p>
          <a:p>
            <a:r>
              <a:t>Encuentra patrones</a:t>
            </a:r>
          </a:p>
          <a:p>
            <a:r>
              <a:t>Eficiente en grandes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Elegir k es difícil</a:t>
            </a:r>
          </a:p>
          <a:p>
            <a:r>
              <a:t>Sensible a outliers</a:t>
            </a:r>
          </a:p>
          <a:p>
            <a:r>
              <a:t>Resultados variables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es clave en recuperación de información para organizar datos y mejorar búsquedas.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
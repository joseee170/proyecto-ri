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82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926080" cy="2926080"/>
          </a:xfrm>
          <a:prstGeom prst="ellipse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la Información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 · Agrupamiento de datos · Patrones ocultos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IBM Think · Google Developers · FreeCodeCamp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K-Means Clustering?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3566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aprendizaje no supervisado que agrupa puntos de datos no etiquetados en k clústeres, basándose en la distancia entre ellos y sus centroides.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 exclusivo: cada punto pertenece a UN solo clúster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centroides: usa la media de los puntos de cada grupo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Iterativo: converge minimizando la distancia intraclúster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Escalable: complejidad O(nk), adecuado para grandes datasets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29184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463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77840" y="2743200"/>
            <a:ext cx="3291840" cy="155448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O(nk)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O(n² log n) agrupamiento jerárquico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 Think –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Paso a Paso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45920" y="1600200"/>
            <a:ext cx="34747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4813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508760" cy="3657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070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número de clústeres k que se desean obtener del conjunto de datos.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0712" y="1600200"/>
            <a:ext cx="34747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4813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93392" y="1097280"/>
            <a:ext cx="1508760" cy="3657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2070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66544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centroides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24231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k puntos aleatorios del dataset como centroides iniciales (o usar k-means++).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75504" y="1600200"/>
            <a:ext cx="34747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449824" y="14813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58184" y="1097280"/>
            <a:ext cx="1508760" cy="3657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61104" y="12070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261104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31336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puntos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9624" y="24231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se asigna al centroide más cercano según la distancia euclidiana.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0296" y="1600200"/>
            <a:ext cx="34747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7214616" y="14813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22976" y="1097280"/>
            <a:ext cx="1508760" cy="3657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12070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02589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96128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centroides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14416" y="24231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centroide de cada clúster es la media de todos los puntos asignados a él.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87768" y="1097280"/>
            <a:ext cx="1508760" cy="3657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90688" y="12070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79068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609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hasta convergencia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79208" y="24231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pasos 3 y 4 hasta que los puntos dejen de cambiar de clúster.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8600" y="48006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es un caso especial del método de Maximización de Expectativas (EM) — Google Developers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Evaluación de Clústeres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clúster de calidad debe cumplir dos propiedades: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Puntos internos similares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dentro de un clúster deben ser lo más parecidos posible entre sí.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11480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Clústeres distintos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diferentes clústeres deben estar claramente separados y ser distintos unos de otros.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2743200" cy="233172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(SSE)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" y="3108960"/>
            <a:ext cx="2523744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" y="3108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dist²(pᵢ, centroide)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" y="352044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distancias al cuadrado de cada punto a su centroide. Mide la compactación intraclúster. Cuanto menor, mejor.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2606040"/>
            <a:ext cx="2743200" cy="23317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82696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Dunn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82696" y="3108960"/>
            <a:ext cx="2523744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82696" y="3108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d_min_entre / d_max_dentro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352044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la distancia mínima entre clústeres y la máxima dentro de clústeres. Valores altos indican mejor separación.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17336" y="2606040"/>
            <a:ext cx="2743200" cy="233172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27064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Codo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27064" y="3108960"/>
            <a:ext cx="2523744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27064" y="3108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WCSS vs 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7064" y="352044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la varianza intraclúster (WCSS) contra el número k. El punto de inflexión indica el número óptimo de clústeres.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 Think –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Optimización: K-Means++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con inicialización aleatoria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 es determinista: dos ejecuciones sobre los mismos datos pueden dar clústeres completamente diferentes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inicialización aleatoria puede colocar centroides en posiciones subóptimas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requerir muchas iteraciones para converger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quedar atrapado en mínimos locales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3520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práctica: ejecutar k-means varias veces y elegir el resultado con mejor métrica.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97680" cy="3749040"/>
          </a:xfrm>
          <a:prstGeom prst="rect">
            <a:avLst/>
          </a:prstGeom>
          <a:solidFill>
            <a:srgbClr val="0F3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05840"/>
            <a:ext cx="429768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033272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(Arthur &amp; Vassilvitskii)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47488" y="15910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primer centroide aleatoriamente del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18541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47488" y="2203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punto, calcular la distancia al centroide más cercano ya elegido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9806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47488" y="2816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siguiente centroide con probabilidad proporcional a esa distancia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4107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hasta completar los k centroides iniciales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0233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47488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k-means estándar con estos centroides optimizados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 Think –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en Recuperación de Información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1612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Clasificación de Documentos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categorías automáticas a documentos. K-means agrupa textos por similitud semántica, facilitando la moderación de contenido y organización de repositorios.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10515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5156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82696" y="11612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Indexación y Búsqueda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5727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índices de recuperación más eficientes agrupando documentos similares. Las consultas se comparan primero con los centroides para identificar el clúster relevante.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10515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105156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11612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Segmentación de Imágenes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5727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imágenes en regiones con pixeles similares, útil en bases de datos multimedia y recuperación de imágenes por contenido (CBIR).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30815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Motores de Recomendación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349300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usuarios o ítems con comportamientos similares. Combinado con PCA, permite recomendaciones de productos precisas en e-commerce.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97180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9718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282696" y="30815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Segmentación de Usuarios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82696" y="349300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grupos de usuarios con patrones de búsqueda similares para personalizar resultados y mejorar la relevancia en sistemas de RI.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297180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29718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227064" y="30815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Análisis de Temas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349300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temas latentes en colecciones de textos, complementando modelos como LDA para organizar grandes corpus de documentos.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 Think –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60520" cy="379476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160520" cy="457200"/>
          </a:xfrm>
          <a:prstGeom prst="rect">
            <a:avLst/>
          </a:prstGeom>
          <a:solidFill>
            <a:srgbClr val="0A5C4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0332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Ventajas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554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8653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entender e implementar. El algoritmo más popular de ML no supervisado.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560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8712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Computacionalmente más eficiente que el agrupamiento jerárquico O(n² log n).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3566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8770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O(nk), se generaliza bien a grandes conjuntos de datos.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60520" cy="379476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4160520" cy="457200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10332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Desventajas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73752" y="1572768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15544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parámetros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8653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definir k a priori. Una inicialización incorrecta produce resultados de baja calidad.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73752" y="2578608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25603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a valores atípicos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8712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distorsionan los centroides, afectando la calidad del agrupamiento.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73752" y="3584448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clusters circulares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8770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mal con distribuciones irregulares, datos de alta dimensionalidad o variaciones de densidad.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 Think –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Python (scikit-learn)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38404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303520" cy="34747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– scikit-learn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0292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
from sklearn.datasets import make_blobs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Generar datos de ejemplo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_ = make_blobs(n_samples=300, centers=4)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Inicializar y entrenar el modelo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
    n_clusters=4,
    init=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'k-means++'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max_iter=300
)
kmeans.fit(X)
etiquetas = kmeans.labels_
centroides = kmeans.cluster_centers_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063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508760"/>
            <a:ext cx="278892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1" name="Text 9"/>
          <p:cNvSpPr/>
          <p:nvPr/>
        </p:nvSpPr>
        <p:spPr>
          <a:xfrm>
            <a:off x="6016752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n_clusters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6752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clústeres k a generar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2130552"/>
            <a:ext cx="278892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752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16752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'k-means++' o 'random': método de inicialización de centroides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752344"/>
            <a:ext cx="278892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16752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veces que se ejecuta con distintas semillas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3374136"/>
            <a:ext cx="278892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33924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16752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iteraciones por ejecución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3995928"/>
            <a:ext cx="278892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16752" y="4014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752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para declarar convergencia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 Think –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594360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11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sólido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842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es el algoritmo de clustering más popular en ML no supervisado gracias a su equilibrio entre simplicidad y efectividad.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508760"/>
            <a:ext cx="4160520" cy="150876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508760"/>
            <a:ext cx="594360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2011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1600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y convergente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22392" y="19842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la inercia (SSE) de forma iterativa hasta que los centroides estabilizan su posición.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160520" cy="150876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594360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703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2918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Información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67588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para clasificar documentos, indexar colecciones, segmentar imágenes y personalizar resultados de búsqueda.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6592" y="3200400"/>
            <a:ext cx="4160520" cy="150876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3200400"/>
            <a:ext cx="594360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3703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32918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K-Means++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22392" y="367588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inicialización inteligente mejora significativamente la calidad del agrupamiento y la velocidad de convergencia.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Think · Google Developers · FreeCodeCamp  |  K-Means Clustering – Recuperación de la Información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Microsoft Office PowerPoint</Application>
  <PresentationFormat>Presentación en pantalla (16:9)</PresentationFormat>
  <Paragraphs>151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 – Recuperación de la Información</dc:title>
  <dc:subject>PptxGenJS Presentation</dc:subject>
  <dc:creator>PptxGenJS</dc:creator>
  <cp:lastModifiedBy>JOSE AMBROSIO BALTAZAR</cp:lastModifiedBy>
  <cp:revision>1</cp:revision>
  <dcterms:created xsi:type="dcterms:W3CDTF">2026-04-16T21:41:06Z</dcterms:created>
  <dcterms:modified xsi:type="dcterms:W3CDTF">2026-04-16T21:45:00Z</dcterms:modified>
</cp:coreProperties>
</file>